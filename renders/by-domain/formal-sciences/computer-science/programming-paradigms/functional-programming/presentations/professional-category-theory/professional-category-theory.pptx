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_20260108_190652_847882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why_functors_matter_20260108_190748_da7808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